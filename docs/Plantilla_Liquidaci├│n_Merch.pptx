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45865-93CC-B080-066F-5532D8756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0D0499-478D-D32C-CA01-1CE3756B1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A4B1E3-A9B5-99DD-A279-90A44B7B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271863-E292-E40B-C6DB-79869780D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64AA37-FA9C-25E2-7907-DC6407DB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274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EC9E-715D-72C9-F7CB-A2363091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85A57B-84E4-CB90-BF82-7B23267E0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80E7EC-7503-C345-CC8B-66025525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FFCBBE-5648-C433-E43E-58492BB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75931B-E4A1-A07B-B826-78591547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264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F6FB4-24BE-032C-A34F-E934F1AF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148DD5-51E0-7007-921E-ADDE054BA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AF17E9-EC89-12F1-ABDA-57E07052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2FBB8-87F0-B0D3-82EF-5ED6D81F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5F895-C178-487B-EBE5-E48DAAF9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727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6E508-3920-9CC5-D87C-B3B9F643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9C4776-F0B3-BAB0-0DAA-9B6F4B391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7E73D1-17F7-E279-EEEB-AE81C159B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35F1F6-0AD0-8EF4-8D7F-426F94C6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74716E-7C9D-736C-90B1-65ADEFBD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DAC0D0-7B2D-4330-3535-CDFD9C91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673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598E-D21E-FA85-EBFB-67BE7416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E85501-8BE3-6DE0-3505-94DF6ABE1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80D4B9-52F9-D54B-7010-20217D1A4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5ADB92-19DF-8ECF-0770-A55D99823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0FDAB0-F08C-5940-A97A-088DD9AE3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EF360B-567E-C516-6DD4-DF55DF88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24DCBE-856E-F799-616A-BDA37495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FC4946A-F50F-251C-B192-49C9F668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780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D4839-1394-FA65-9EC1-59F37EE3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8320FE-3BE4-7EB1-BEA8-D7EC916E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C5A771-B527-6F8F-EBDA-1251B2CE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5872B4-E07A-F7D3-1AEA-74D36A0E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4479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FC4668C-1027-F61A-18AD-7D692DF7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5E54E3-283F-AA74-4C06-B6FDFD83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C3D004-C1CB-FFAC-A9DE-3B6B809B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698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64FB2-86B7-1939-BF08-14E3914C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15F473-29C0-14BE-F1FD-9E0DEAC3F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F29AA-243C-818B-8B26-03077D344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B14B18-FDB6-2808-9BFD-CBC5BDE20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01D952-ED72-A38D-C08F-7F576ECC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F9AA8B-CB63-7DA8-6C19-45E57E57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806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8C4D5-A727-E93A-F06A-5C6D400C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6029FD-271D-F033-F382-AA6A9661B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45A916-FD0B-66A0-9D6B-859C12CC1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192595-6610-AB23-B1B3-47A5499D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A8B1E3-AD9F-1FD8-AA11-62E6EA59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392018-71FF-B013-C460-B53AA958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034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66B1D-300D-BE61-B969-081C1719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34234C-08B4-2059-3021-4C6EFE707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4C532E-81A7-A6A6-B35C-820AD087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85DEC9-E4B4-E868-33FD-08FC51FA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45563-14F1-ECED-5A8B-15838BA7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482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D1F6EE-4006-DABA-393C-D59A8FAFB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164A6E-D8DA-FC52-697E-9C5C65804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082974-8EA3-408D-F9D6-84D4CF18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31BE51-EC7C-59C0-3FD0-8B4D887A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ADE81-29F3-BA15-1BE6-FF8CB8D1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051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101D14-88AF-C08B-70D7-9A4254A88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2AFF15-C88A-4614-56D2-50E4BD5FF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0AE5B7-B55C-44DC-216A-78458853E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B5FD8-3148-4B37-B608-46684A294ADC}" type="datetimeFigureOut">
              <a:rPr lang="es-PE" smtClean="0"/>
              <a:t>19/09/2026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091D35-C8CB-1291-CFD9-742FAED9C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C725DB-814F-9CFD-0CFE-3D5F800B1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4876F-07DE-4749-94F8-74B08CC2DE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819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">
            <a:extLst>
              <a:ext uri="{FF2B5EF4-FFF2-40B4-BE49-F238E27FC236}">
                <a16:creationId xmlns:a16="http://schemas.microsoft.com/office/drawing/2014/main" id="{9DCBB01D-EDF6-4BCF-90D6-571C5CCC62E0}"/>
              </a:ext>
            </a:extLst>
          </p:cNvPr>
          <p:cNvSpPr txBox="1">
            <a:spLocks/>
          </p:cNvSpPr>
          <p:nvPr/>
        </p:nvSpPr>
        <p:spPr>
          <a:xfrm>
            <a:off x="1703176" y="637598"/>
            <a:ext cx="8946600" cy="33361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5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s-MX" dirty="0"/>
              <a:t>LIQUIDACIÓN MERCHANDISING</a:t>
            </a:r>
            <a:br>
              <a:rPr lang="es-MX" dirty="0"/>
            </a:br>
            <a:r>
              <a:rPr lang="es-MX" dirty="0"/>
              <a:t> Impulso de ventas en HES</a:t>
            </a:r>
          </a:p>
          <a:p>
            <a:pPr marL="12700"/>
            <a:r>
              <a:rPr lang="es-MX" dirty="0"/>
              <a:t>MAYO  </a:t>
            </a:r>
          </a:p>
        </p:txBody>
      </p:sp>
    </p:spTree>
    <p:extLst>
      <p:ext uri="{BB962C8B-B14F-4D97-AF65-F5344CB8AC3E}">
        <p14:creationId xmlns:p14="http://schemas.microsoft.com/office/powerpoint/2010/main" val="69101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2;p7">
            <a:extLst>
              <a:ext uri="{FF2B5EF4-FFF2-40B4-BE49-F238E27FC236}">
                <a16:creationId xmlns:a16="http://schemas.microsoft.com/office/drawing/2014/main" id="{6869901E-FF9B-CED5-862E-0F459333520D}"/>
              </a:ext>
            </a:extLst>
          </p:cNvPr>
          <p:cNvSpPr txBox="1"/>
          <p:nvPr/>
        </p:nvSpPr>
        <p:spPr>
          <a:xfrm>
            <a:off x="381000" y="152400"/>
            <a:ext cx="60960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1800"/>
            </a:pPr>
            <a:r>
              <a:rPr lang="es-MX" sz="1800" dirty="0"/>
              <a:t>Impulso de ventas en HES</a:t>
            </a:r>
            <a:endParaRPr sz="18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95;p1">
            <a:extLst>
              <a:ext uri="{FF2B5EF4-FFF2-40B4-BE49-F238E27FC236}">
                <a16:creationId xmlns:a16="http://schemas.microsoft.com/office/drawing/2014/main" id="{B211684E-0AEB-DFE8-5231-F1D0381B4459}"/>
              </a:ext>
            </a:extLst>
          </p:cNvPr>
          <p:cNvSpPr/>
          <p:nvPr/>
        </p:nvSpPr>
        <p:spPr>
          <a:xfrm flipV="1">
            <a:off x="267855" y="332509"/>
            <a:ext cx="11176000" cy="130496"/>
          </a:xfrm>
          <a:custGeom>
            <a:avLst/>
            <a:gdLst/>
            <a:ahLst/>
            <a:cxnLst/>
            <a:rect l="l" t="t" r="r" b="b"/>
            <a:pathLst>
              <a:path w="6616065" h="120000" extrusionOk="0">
                <a:moveTo>
                  <a:pt x="0" y="0"/>
                </a:moveTo>
                <a:lnTo>
                  <a:pt x="6615684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3;p7">
            <a:extLst>
              <a:ext uri="{FF2B5EF4-FFF2-40B4-BE49-F238E27FC236}">
                <a16:creationId xmlns:a16="http://schemas.microsoft.com/office/drawing/2014/main" id="{B048C0A4-9870-B094-8D76-7E127220AAAF}"/>
              </a:ext>
            </a:extLst>
          </p:cNvPr>
          <p:cNvSpPr txBox="1"/>
          <p:nvPr/>
        </p:nvSpPr>
        <p:spPr>
          <a:xfrm>
            <a:off x="383628" y="533400"/>
            <a:ext cx="11540148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>
              <a:buSzPts val="2000"/>
            </a:pPr>
            <a:r>
              <a:rPr lang="es-ES" sz="2000" b="1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r>
              <a:rPr lang="es-ES" sz="2000" b="1" dirty="0" err="1">
                <a:latin typeface="Trebuchet MS"/>
                <a:ea typeface="Trebuchet MS"/>
                <a:cs typeface="Trebuchet MS"/>
                <a:sym typeface="Trebuchet MS"/>
              </a:rPr>
              <a:t>Coffee</a:t>
            </a:r>
            <a:r>
              <a:rPr lang="es-ES" sz="2000" b="1" dirty="0">
                <a:latin typeface="Trebuchet MS"/>
                <a:ea typeface="Trebuchet MS"/>
                <a:cs typeface="Trebuchet MS"/>
                <a:sym typeface="Trebuchet MS"/>
              </a:rPr>
              <a:t> Cup-HONOR </a:t>
            </a:r>
            <a:r>
              <a:rPr lang="es-ES" sz="2000" b="1" dirty="0" err="1">
                <a:latin typeface="Trebuchet MS"/>
                <a:ea typeface="Trebuchet MS"/>
                <a:cs typeface="Trebuchet MS"/>
                <a:sym typeface="Trebuchet MS"/>
              </a:rPr>
              <a:t>Talents-Moonlight</a:t>
            </a:r>
            <a:r>
              <a:rPr lang="es-ES" sz="2000" b="1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r>
              <a:rPr lang="es-ES" sz="2000" b="1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			                           </a:t>
            </a:r>
            <a:r>
              <a:rPr lang="es-ES" sz="2000" b="1" dirty="0">
                <a:latin typeface="Trebuchet MS"/>
                <a:ea typeface="Trebuchet MS"/>
                <a:cs typeface="Trebuchet MS"/>
                <a:sym typeface="Trebuchet MS"/>
              </a:rPr>
              <a:t>“150”</a:t>
            </a:r>
            <a:endParaRPr sz="2000" b="1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CAA0CC-C8E8-5D98-BB77-5FDB2AFA3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86614"/>
            <a:ext cx="1956191" cy="259932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5C05D20-A9C1-76A8-7616-14813D91C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188" y="1186614"/>
            <a:ext cx="1479634" cy="26050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75447E-CAD9-B4AB-760B-DC865616F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819" y="1186614"/>
            <a:ext cx="1965138" cy="25993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68315E-65AF-31F4-8693-BACDDCE7E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954" y="1186615"/>
            <a:ext cx="1925423" cy="259932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E579820-DE97-2229-5D1A-2F192138A2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1374" y="1186614"/>
            <a:ext cx="1973637" cy="259932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5729D3C-C153-77AE-B022-7519BA9FCA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937809"/>
            <a:ext cx="1920969" cy="258768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1AF6B16-C2B0-1B11-679B-8BF99239A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1409" y="3937809"/>
            <a:ext cx="1619750" cy="2598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CEE909-30F5-A218-4F1A-8B03E6B546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8819" y="3932078"/>
            <a:ext cx="1960072" cy="26050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71094B-D631-AAB7-1764-0C45891293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9953" y="3932078"/>
            <a:ext cx="1925423" cy="25934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7D74685-217E-197D-0B08-D3894EE196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8097" y="3932078"/>
            <a:ext cx="1986914" cy="259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5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Trebuchet MS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Alfredo Severino Sanchez</dc:creator>
  <cp:lastModifiedBy>Ivan Alfredo Severino Sanchez</cp:lastModifiedBy>
  <cp:revision>1</cp:revision>
  <dcterms:created xsi:type="dcterms:W3CDTF">2026-09-20T03:31:40Z</dcterms:created>
  <dcterms:modified xsi:type="dcterms:W3CDTF">2026-09-20T03:32:38Z</dcterms:modified>
</cp:coreProperties>
</file>